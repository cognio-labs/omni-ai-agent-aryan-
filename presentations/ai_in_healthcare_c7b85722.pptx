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this presentation on Ai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of what will be covered in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discussion of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discussion of analysis &amp;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discussion of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discussion of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discussion of results &amp; kpis.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discussion of case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discussion of challenges &amp;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discussion of tools &amp;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for questions and outline immediate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D2A26"/>
                </a:solidFill>
                <a:latin typeface="Poppins"/>
              </a:defRPr>
            </a:pPr>
            <a:r>
              <a:t>Ai In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86450"/>
                </a:solidFill>
                <a:latin typeface="Inter"/>
              </a:defRPr>
            </a:pPr>
            <a:r>
              <a:t>A comprehensive overview of Ai In 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A26"/>
                </a:solidFill>
                <a:latin typeface="Poppins"/>
              </a:defRPr>
            </a:pPr>
            <a: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Introduction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Key Concepts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Analysis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Recommendations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A26"/>
                </a:solidFill>
                <a:latin typeface="Poppins"/>
              </a:defRPr>
            </a:pPr>
            <a:r>
              <a:t>Key Concepts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Core principle 1 of Ai In Healthcare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Core principle 2 of Ai In Healthcare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Core principle 3 of Ai In Healthcare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A26"/>
                </a:solidFill>
                <a:latin typeface="Poppins"/>
              </a:defRPr>
            </a:pPr>
            <a:r>
              <a:t>Analysis &amp;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Data-driven insights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Market trends and patterns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Competitive landscape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A26"/>
                </a:solidFill>
                <a:latin typeface="Poppins"/>
              </a:defRPr>
            </a:pPr>
            <a:r>
              <a:t>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Short-term priorities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Medium-term goals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Long-term 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A26"/>
                </a:solidFill>
                <a:latin typeface="Poppins"/>
              </a:defRPr>
            </a:pPr>
            <a:r>
              <a:t>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Phase 1: Foundation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Phase 2: Execution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Phase 3: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A26"/>
                </a:solidFill>
                <a:latin typeface="Poppins"/>
              </a:defRPr>
            </a:pPr>
            <a:r>
              <a:t>Results &amp;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Key performance indicators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Success metrics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Tracking and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A26"/>
                </a:solidFill>
                <a:latin typeface="Poppins"/>
              </a:defRPr>
            </a:pPr>
            <a:r>
              <a:t>Case Studies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Real-world example 1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Real-world example 2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Lessons learned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A26"/>
                </a:solidFill>
                <a:latin typeface="Poppins"/>
              </a:defRPr>
            </a:pPr>
            <a:r>
              <a:t>Challenges &amp;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Common pitfalls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Mitigation strategies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Best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D2A26"/>
                </a:solidFill>
                <a:latin typeface="Poppins"/>
              </a:defRPr>
            </a:pPr>
            <a:r>
              <a:t>Tools &amp;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0040"/>
          <a:lstStyle/>
          <a:p>
            <a:pPr algn="ctr"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Essential tools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Recommended resources</a:t>
            </a:r>
          </a:p>
          <a:p>
            <a:pPr>
              <a:spcBef>
                <a:spcPts val="1000"/>
              </a:spcBef>
              <a:defRPr sz="1600">
                <a:solidFill>
                  <a:srgbClr val="2D2A26"/>
                </a:solidFill>
                <a:latin typeface="Inter"/>
              </a:defRPr>
            </a:pPr>
            <a:r>
              <a:t>• Expert guidance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D2A26"/>
                </a:solidFill>
                <a:latin typeface="Poppin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86450"/>
                </a:solidFill>
                <a:latin typeface="Inter"/>
              </a:defRPr>
            </a:pPr>
            <a:r>
              <a:t>Questions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
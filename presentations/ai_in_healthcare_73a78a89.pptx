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this presentation on Ai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what will be covered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analysis &amp;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results &amp; kpis.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 and outline immediate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Poppins"/>
              </a:defRPr>
            </a:pPr>
            <a:r>
              <a:t>Ai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7FF"/>
                </a:solidFill>
                <a:latin typeface="Inter"/>
              </a:defRPr>
            </a:pPr>
            <a:r>
              <a:t>A comprehensive overview of Ai In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Introduction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Key Concepts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Analysis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Recommendations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Key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Core principle 1 of Ai In Healthcare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Core principle 2 of Ai In Healthcare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Core principle 3 of Ai In Healthcare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Analysis &amp;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Data-driven insights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Market trends and patterns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Competitive landscape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Short-term priorities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Medium-term goals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Long-term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Phase 1: Foundation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Phase 2: Execution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Phase 3: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Results &amp;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Key performance indicators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Success metrics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Inter"/>
              </a:defRPr>
            </a:pPr>
            <a:r>
              <a:t>• Tracking and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Poppin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7FF"/>
                </a:solidFill>
                <a:latin typeface="Inter"/>
              </a:defRPr>
            </a:pPr>
            <a:r>
              <a:t>Questions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